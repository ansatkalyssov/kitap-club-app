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Oqyrman — қазақ тіліндегі кітап клубы қолданбасы. Сайт: oqyrman.kz. Ешқандай қолданба орнатудың қажеті жоқ, браузерден ашыла береді. Тегін.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Осы жерде тоқтап, аудиториядан жауап сұраңыз. Әркім өз болжамын айтсын — «кітаптан», «достан», «жүргізушіден» деген жауаптар келеді. Жауабын келесі слайдта ашасыз.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Басты ой: клуб — соңғы буын, бірінші емес. Адам алдымен режимін реттеп, оқуды әдетке айналдырғаннан кейін ғана талдайтын орта іздейді. Сондықтан Oqyrman клубтан емес, күнделікті режимнен бастайды.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Үш мақсат: дағды, орта, мәдениет. Үшеуі бір-бірін толықтырады.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Ең басты айырмашылық — клуб. Жалғыз оқу қиын, бірге оқу оңай.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Осы жерден бастап әр слайд — бір қадам. Тыңдаушылар телефонын қолына алса болады.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Market немесе App Store-дан іздеудің қажеті жоқ. Бұл — сайт.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— ең көп қиналатын жер. Gmail болса бір-ақ басу. Басқа пошта болса, поштадағы растау сілтемесін басу міндетті — оны баспаса аккаунт ашылмайды. Хат 1-2 минутта келеді, спамға түсуі мүмкін.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арқылы кірсеңіз, аты-жөніңіз автоматты қойылады — бұл қадам өтіп кетеді.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Ең маңызды тұсы: трекерлер автоматты жасалады. Адамдар бұған сенбей, қолмен енгізуге тырысады.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минуттан бастауды ұсыныңыз. Көп қойып, орындай алмағаннан гөрі аз қойып, күнде орындаған әлдеқайда пайдалы.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Кітапты телефоннан оқымайды! Қағаз кітап та, аудиокітап та жарайды. Қолданба тек уақытты санайды.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Бір адам бір талқыға бір пікір жазады. Басқалар оған жауап бере алады.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Төменгі мәзірде осы бөлімдер тұрады. Ортадағысы — «Оқу», ең жиі басылатыны.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Серия — ең күшті түрткі. Адам үзгісі келмейді. Бірақ үзілсе де ұпай сақталатынын айтыңыз.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Кітапты оқыған сайын «Оқыдым» деп неше бетте тұрғаныңызды жазасыз. Әр прогресс үшін 2 ұпай.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Клубқа тіркелмеген адам да осының бәрін көре алады. Тек пікір жазу үшін тіркелу керек.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Күніне жинауға болатын күнделікті ұпайдың шегі — 150. Оқиға ұпайлары (кітап бітіру, серия) шектелмейді.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Деңгей атаулары қазақи: Оқырман, Кітапқұмар, Білгір, Абыз, Шежіреші.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Android-та браузерден-ақ келе береді. iPhone-да басты экранға қосу міндетті — бұл Apple-дің талабы.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Ең жиі сұралатыны — «ақылы ма» және «кітапты телефоннан оқимын ба». Екеуін де анық айтыңыз.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Сұрақтарға осы слайдта жауап беріңіз. Тыңдаушылар осы жерде телефонынан тіркеліп үлгерсе — ең жақсысы.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10515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33172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Oqyrman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1737360" y="3154680"/>
            <a:ext cx="8716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7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 оқуды күнделікті дағдыға айналдыратын қазақша қолданба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956048" y="4224528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56048" y="4224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oqyrman.kz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212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Жалғыз оқымайсыз — клуб болып оқисыз, бірге талқылайсыз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ҮШІН ЖАСАЛДЫ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Кітап оқу мәдениетін кітап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клубтарын құру арқылы қалыптастыру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3108960"/>
            <a:ext cx="10820095" cy="2286000"/>
          </a:xfrm>
          <a:prstGeom prst="roundRect">
            <a:avLst>
              <a:gd name="adj" fmla="val 5600"/>
            </a:avLst>
          </a:prstGeom>
          <a:solidFill>
            <a:srgbClr val="0B3D22"/>
          </a:solidFill>
          <a:ln w="12700">
            <a:solidFill>
              <a:srgbClr val="0B3D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5204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50" kern="0" dirty="0">
                <a:solidFill>
                  <a:srgbClr val="8FD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АУДИТОРИЯҒА СҰРАҚ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93192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Кітап клубы неден басталады?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ЖАУАБЫ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Өмір сүру режимінен басталады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856781" cy="2148840"/>
          </a:xfrm>
          <a:prstGeom prst="roundRect">
            <a:avLst>
              <a:gd name="adj" fmla="val 689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6446" y="25420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6446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182112"/>
            <a:ext cx="156417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Өмір сүру режимі реттеледі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42581" y="3063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629" y="2286000"/>
            <a:ext cx="1856781" cy="2148840"/>
          </a:xfrm>
          <a:prstGeom prst="roundRect">
            <a:avLst>
              <a:gd name="adj" fmla="val 689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7275" y="25420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7275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072933" y="3182112"/>
            <a:ext cx="156417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 оқуға күнделікті уақыт бөледі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83409" y="3063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67457" y="2286000"/>
            <a:ext cx="1856781" cy="2148840"/>
          </a:xfrm>
          <a:prstGeom prst="roundRect">
            <a:avLst>
              <a:gd name="adj" fmla="val 689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8104" y="25420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8104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13761" y="3182112"/>
            <a:ext cx="156417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 оқу әдеті қалыптасады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24238" y="3063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08286" y="2286000"/>
            <a:ext cx="1856781" cy="2148840"/>
          </a:xfrm>
          <a:prstGeom prst="roundRect">
            <a:avLst>
              <a:gd name="adj" fmla="val 689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8932" y="254203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8932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54590" y="3182112"/>
            <a:ext cx="156417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 талдайтын орта іздейді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65067" y="3063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49115" y="2286000"/>
            <a:ext cx="1856781" cy="2148840"/>
          </a:xfrm>
          <a:prstGeom prst="roundRect">
            <a:avLst>
              <a:gd name="adj" fmla="val 689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9761" y="25420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9761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795419" y="3182112"/>
            <a:ext cx="156417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Клубқа келеді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9377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Сол мақсатта жасалынып жатыр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5486400"/>
            <a:ext cx="8716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Oqyrman — тізбектің бірінші үш буынын қолдайтын құрал: режимді реттейді, уақыт бөлдіреді, әдетті бекітеді. Соңында адам клубқа өзі келеді.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МАҚСАТЫ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Oqyrman не істейді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42381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мин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7180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Күнделікті дағды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7472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Күніне 15 минуттан оқысаңыз — жылына 15–20 кітап. Қолданба уақытыңызды санап, күн сайын еске салып отырады.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3938" y="2011680"/>
            <a:ext cx="342381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3978" y="2331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03978" y="297180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Талқылайтын орта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703978" y="347472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 айына бір кітап оқып, жиналып талқылайды. Оқығаныңыз туралы сөйлесетін адам табылады.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2077" y="2011680"/>
            <a:ext cx="342381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2117" y="2331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Орта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97180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Оқу мәдениеті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474720"/>
            <a:ext cx="27837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Прогресіңізді көрсетесіз, айналаңыз көреді. Бір адамның оқығаны — ондаған адамға түрткі.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АЙЫРМАШЫЛЫҒЫ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Басқа оқу қолданбаларынан несімен бөлек?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27168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8728" y="1828800"/>
            <a:ext cx="5227168" cy="4114800"/>
          </a:xfrm>
          <a:prstGeom prst="roundRect">
            <a:avLst>
              <a:gd name="adj" fmla="val 3111"/>
            </a:avLst>
          </a:prstGeom>
          <a:solidFill>
            <a:srgbClr val="EAF6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ӘДЕТТЕГІ ҚОЛДАНБАЛАР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OQYRMAN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0604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Ағылшынша немесе орысша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60604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Толығымен қазақша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264408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Жалғыз оқисыз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264408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 болып оқисыз, жүздесіп талқылайсыз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922776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Кітапты өзіңіз іздейсіз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922776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 жоспар құрады: қай кітап, қай күнге дейін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81144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Оқығаныңызды ешкім білмейді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4581144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Клубтағылар көреді, күтеді, қолдайды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239512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 кітап санын санайды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5239512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Уақытыңызды, бетіңізді, қатарынан оқыған күндеріңізді санайды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50" kern="0" dirty="0">
                <a:solidFill>
                  <a:srgbClr val="8FD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Қалай бастаймыз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8892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Жеті қадам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7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Барлығы 10 минутты алады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1-ҚАДАМ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Сайтты ашу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91495" y="566928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91495" y="566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Телефоныңыздың браузерінен oqyrman.kz деп теріңіз.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Ешқандай қолданба орнатудың қажеті жоқ — сайт бірден ашылады.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11296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Компьютерден де солай ашыла береді.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4206240"/>
            <a:ext cx="10820095" cy="1371600"/>
          </a:xfrm>
          <a:prstGeom prst="roundRect">
            <a:avLst>
              <a:gd name="adj" fmla="val 9333"/>
            </a:avLst>
          </a:prstGeom>
          <a:solidFill>
            <a:srgbClr val="0B3D22"/>
          </a:solidFill>
          <a:ln w="12700">
            <a:solidFill>
              <a:srgbClr val="0B3D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20624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oqyrman.kz</a:t>
            </a:r>
            <a:endParaRPr lang="en-US" sz="4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2-ҚАДАМ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Тіркелу: екі жолы бар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91495" y="566928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91495" y="566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Поштаңыз Gmail болса — бірінші жолды таңдаңыз, әлдеқайда оңай.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5227168" cy="3566160"/>
          </a:xfrm>
          <a:prstGeom prst="roundRect">
            <a:avLst>
              <a:gd name="adj" fmla="val 3590"/>
            </a:avLst>
          </a:prstGeom>
          <a:solidFill>
            <a:srgbClr val="EAF6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728" y="2240280"/>
            <a:ext cx="5227168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46888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ЕҢ ОҢАЙЫ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8892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 (Google) арқылы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246120"/>
            <a:ext cx="458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«Google арқылы кіру» батырмасын басасыз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Өз поштаңызды таңдайсыз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Болды — кірдіңіз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892040"/>
            <a:ext cx="458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ойлап табудың қажеті жоқ. Атыңыз бен суретіңіз өзінен-өзі қойылады.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46888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БАСҚА ПОШТА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78892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mail.ru, yandex, т.б.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3246120"/>
            <a:ext cx="4587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«Тіркелу» бөліміне өтесіз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Пошта мен пароль жазасыз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Поштаңызға хат келеді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Хаттағы сілтемені бір рет басасыз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Атыңызды өзіңіз жазасыз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Хат келмей жатса — поштаңыздағы «Спам» немесе «Нежелательные» бумасын қараңыз.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3-ҚАДАМ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Атыңызды енгізу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91495" y="566928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91495" y="566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«Қолданбада көрінетін аты-жөніңіз» деген жерге аты-жөніңізді жазасыз.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Клубтағы адамдар сізді осы атпен көреді.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11296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Кейін «Профиль» бетінен өзгертуге болады.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4343400"/>
            <a:ext cx="10820095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4553712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Қолданбада көрінетін аты-жөніңіз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84632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Айгүл Сәрсенова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4-ҚАДАМ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Клубқа тіркелу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91495" y="566928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91495" y="566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Төмендегі «Клубтар» бөліміне кіресіз.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Клубты таңдап, «Клубқа тіркелу» батырмасын басасыз.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3794760"/>
            <a:ext cx="10820095" cy="1371600"/>
          </a:xfrm>
          <a:prstGeom prst="roundRect">
            <a:avLst>
              <a:gd name="adj" fmla="val 9333"/>
            </a:avLst>
          </a:prstGeom>
          <a:solidFill>
            <a:srgbClr val="FBEEDD"/>
          </a:solidFill>
          <a:ln w="12700">
            <a:solidFill>
              <a:srgbClr val="FBEE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Маңызды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2519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Тіркелген сәтте клубтың кітаптары бойынша трекерлер өзінен-өзі жасалады. Кітаптың атын, бет санын, мерзімін қолмен енгізудің қажеті жоқ.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53949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Клубқа тіркелмей-ақ оның кітап жоспарын, талқыларын және оқырмандарын көре аласыз.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5-ҚАДАМ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Күнделікті мақсат қою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91495" y="566928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91495" y="566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Төменгі мәзірдің ортасындағы «Оқу» батырмасын басасыз.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Күніне неше минут оқитыныңызды таңдайсыз. Аз мөлшерден бастаған дұрыс.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3794760"/>
            <a:ext cx="2194560" cy="1143000"/>
          </a:xfrm>
          <a:prstGeom prst="roundRect">
            <a:avLst>
              <a:gd name="adj" fmla="val 11200"/>
            </a:avLst>
          </a:prstGeom>
          <a:solidFill>
            <a:srgbClr val="EAF6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154680" y="3794760"/>
            <a:ext cx="21945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5468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23560" y="3794760"/>
            <a:ext cx="21945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235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1663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Сосын еске салу уақытын таңдайсыз: 18:00, 18:15, 18:30 — әр 15 минут сайын.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 уақытта телефоныңызға хабарландыру келеді.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6-ҚАДАМ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Оқу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91495" y="566928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91495" y="566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Кітапты қолыңызға аласыз, «Бастау» батырмасын басасыз да, оқи бересіз.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Қолданба уақытты өзі санап тұрады. Оқып болғанда «Тоқтату» — минут сақталады.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3794760"/>
            <a:ext cx="10820095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5156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Бүгін: 13 / 20 минут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51560" y="4480560"/>
            <a:ext cx="10088575" cy="146304"/>
          </a:xfrm>
          <a:prstGeom prst="roundRect">
            <a:avLst>
              <a:gd name="adj" fmla="val 50000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1560" y="4480560"/>
            <a:ext cx="6557574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1560" y="484632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51560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Бастау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4956048"/>
            <a:ext cx="7345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Таймерді қоспай, «25 минут оқыдым» деп қолмен де жазуға болады.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7-ҚАДАМ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Талқыға қатысу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91495" y="566928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91495" y="566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 оқылып болғасын клуб жиналады.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Талқыға дейін өз пікіріңізді жазып қоясыз, басқалар оқып, жауап береді.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11296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Жиналғанда әңгіме дайын күйде басталады.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4343400"/>
            <a:ext cx="10820095" cy="1280160"/>
          </a:xfrm>
          <a:prstGeom prst="roundRect">
            <a:avLst>
              <a:gd name="adj" fmla="val 10000"/>
            </a:avLst>
          </a:prstGeom>
          <a:solidFill>
            <a:srgbClr val="EAF6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4343400"/>
            <a:ext cx="100885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Талқыға пікір жазғаныңыз үшін — 60 ұпай. Бұл қолданбадағы ең үлкен күнделікті ұпай.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3774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50" kern="0" dirty="0">
                <a:solidFill>
                  <a:srgbClr val="8FD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Енді толығырақ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88036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Қолданбаның бөлімдері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931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7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 · Трекер · Клуб · Рейтиң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Қатарынан оқыған күндер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сайын мақсатты орындасаңыз, сан өсіп отырады. Бір күн оқымай қалсаңыз — нөлден басталады. Бірақ жиналған ұпайыңыз ешқайда жоғалмайды.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16456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38248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0040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81832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3624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25416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47208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9000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90792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12584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4376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56168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77960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99752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429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күн қатарынан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342381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34340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күн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828032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ұпай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383938" y="4160520"/>
            <a:ext cx="342381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3938" y="434340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күн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4383938" y="4828032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 ұпай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082077" y="4160520"/>
            <a:ext cx="342381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82077" y="434340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күн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082077" y="4828032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+1 000 ұпай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ТРЕКЕР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Қай кітапта, қай бетте тұрғаныңыз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27168" cy="1965960"/>
          </a:xfrm>
          <a:prstGeom prst="roundRect">
            <a:avLst>
              <a:gd name="adj" fmla="val 6512"/>
            </a:avLst>
          </a:prstGeom>
          <a:solidFill>
            <a:srgbClr val="EAF6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04288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 трекері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4320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Клубқа тіркелген сәтте өзінен-өзі жасалады. Кітап аты, бет саны, мерзімі — бәрі клуб жоспарынан алынады.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783080"/>
            <a:ext cx="5227168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01168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ҚОЛМЕН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2304288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Жеке трекер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98768" y="2743200"/>
            <a:ext cx="458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Клубтан тыс өз кітабыңыз үшін. Кітаптың атын, авторын, бет санын және аяқтағыңыз келетін күнді жазасыз.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776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Қолданба күніне неше бет оқу керегін өзі есептеп береді.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370832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беттік кітапты 30 күнде оқу үшін — күніне 10 бет.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4846320"/>
            <a:ext cx="10820095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Күншілдік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96935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379 бет · 9%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5440680"/>
            <a:ext cx="10088575" cy="128016"/>
          </a:xfrm>
          <a:prstGeom prst="roundRect">
            <a:avLst>
              <a:gd name="adj" fmla="val 50000"/>
            </a:avLst>
          </a:prstGeom>
          <a:solidFill>
            <a:srgbClr val="E4EDE8"/>
          </a:solidFill>
          <a:ln w="12700">
            <a:solidFill>
              <a:srgbClr val="E4E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5440680"/>
            <a:ext cx="907972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Клубтың бетінде не бар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56232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9905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Кітап жоспары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67128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Қай кітап оқылады, қай күнге дейін бітіру керек, талқы қашан және қай жерде өтеді.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090672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17520"/>
            <a:ext cx="9905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Талқы және пікірлер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401568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 талқының ішінде пікір алмасу бөлімі. Бір адам бір пікір жазады, басқалар жауап береді. Өткен талқылар архивте сақталады.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325112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325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51960"/>
            <a:ext cx="9905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Оқырмандар үлгерімі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636008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Клубтағы барлық адам ұпайы бойынша тізіліп тұрады. Атын бассаңыз — қандай кітап оқып жатқанын көресіз.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440680"/>
            <a:ext cx="512064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440680"/>
            <a:ext cx="914400" cy="960120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532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943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ҚЫР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5577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«ALQA» әдеби-мәдени клубы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5870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Күншілдік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5669280"/>
            <a:ext cx="5333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Басты бетте келесі талқы билет тәрізді көрсетіледі — күні, клубы, кітабы, өтетін орны.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Ұпай өзінен-өзі жиналады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Ұпайды ешкім қолмен бермейді және ешкім растамайды. Оқысаңыз — қосылады. Жүргізушілер де оқырмандармен бірдей ұпай жинайды.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3423818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69464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4495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Күнделікті мақсатты орындау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10712"/>
            <a:ext cx="287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күніне бір рет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3938" y="2423160"/>
            <a:ext cx="3423818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569464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304495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Трекерге прогресс енгізу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8258" y="3410712"/>
            <a:ext cx="287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күніне үш ретке дейін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2077" y="2423160"/>
            <a:ext cx="3423818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6397" y="2569464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356397" y="304495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Талқыға пікір жазу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3410712"/>
            <a:ext cx="287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аптасына үш ретке дейін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023360"/>
            <a:ext cx="3423818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169664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64515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Біреудің пікіріне жауап беру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010912"/>
            <a:ext cx="287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күніне үш ретке дейін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3938" y="4023360"/>
            <a:ext cx="3423818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58258" y="4169664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658258" y="464515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Кітапты оқып бітіру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58258" y="5010912"/>
            <a:ext cx="287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кітаптың көлеміне қарай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82077" y="4023360"/>
            <a:ext cx="3423818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56397" y="4169664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8356397" y="4645152"/>
            <a:ext cx="2875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 кітабын мерзімінде бітіру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56397" y="5010912"/>
            <a:ext cx="287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жоспар бойынша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8064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«Рейтиң» бетінде екі тізім бар: Клубтар және Оқырмандар.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 деңгей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Ұпай жинаған сайын деңгейіңіз өседі. Деңгей — атыңыздың жанында тұрады.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4069080"/>
            <a:ext cx="1959193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4297680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Оқырман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4690872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983480"/>
            <a:ext cx="17397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ұпай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01025" y="3685032"/>
            <a:ext cx="1959193" cy="1755648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0753" y="3913632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Кітапқұмар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10753" y="4306824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10753" y="4599432"/>
            <a:ext cx="17397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ұпай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16251" y="3300984"/>
            <a:ext cx="1959193" cy="2139696"/>
          </a:xfrm>
          <a:prstGeom prst="roundRect">
            <a:avLst>
              <a:gd name="adj" fmla="val 6534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5979" y="3529584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Білгір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25979" y="3922776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25979" y="4215384"/>
            <a:ext cx="17397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ұпай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31476" y="2916936"/>
            <a:ext cx="1959193" cy="2523744"/>
          </a:xfrm>
          <a:prstGeom prst="roundRect">
            <a:avLst>
              <a:gd name="adj" fmla="val 6534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41204" y="3145536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Абыз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41204" y="3538728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41204" y="3831336"/>
            <a:ext cx="17397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ұпай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46702" y="2532888"/>
            <a:ext cx="1959193" cy="2907792"/>
          </a:xfrm>
          <a:prstGeom prst="roundRect">
            <a:avLst>
              <a:gd name="adj" fmla="val 6534"/>
            </a:avLst>
          </a:prstGeom>
          <a:solidFill>
            <a:srgbClr val="EAF6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56430" y="2761488"/>
            <a:ext cx="17397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Шежіреші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56430" y="3154680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56430" y="3447288"/>
            <a:ext cx="17397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ұпай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Күніне 20 минут оқып, аптасына бір пікір жазсаңыз — бір айда «Кітапқұмар» боласыз.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ХАБАРЛАНДЫРУ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Ұмытып кетпеу үшін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Өзіңіз таңдаған уақытта телефоныңызға еске салу келеді.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85216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Еске салу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Бүгінгі кітап оқу мақсатыңызды орындаңыз — 20 минут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514600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Талқы жақындағанда және кітаптың мерзімі бітейін дегенде де хабарландыру келеді.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10820095" cy="1828800"/>
          </a:xfrm>
          <a:prstGeom prst="roundRect">
            <a:avLst>
              <a:gd name="adj" fmla="val 7000"/>
            </a:avLst>
          </a:prstGeom>
          <a:solidFill>
            <a:srgbClr val="FBEEDD"/>
          </a:solidFill>
          <a:ln w="12700">
            <a:solidFill>
              <a:srgbClr val="FBEE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9776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иелеріне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38912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Хабарландыру келуі үшін сайтты басты экранға қосу керек. Safari-де ашып, төмендегі «Бөлісу» белгісін басып, «Основной экран» / «Add to Home Screen» дегенді таңдаңыз. Содан кейін қолданба кәдімгі қосымша сияқты ашылады.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СҰРАҚТАР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Көбі сұрайтын нәрселер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271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4767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Ақылы ма?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Жоқ. Толығымен тегін.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2271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94767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Қолданбаны орнату керек пе?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33172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Керегі жоқ. Браузерден ашыла береді.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52271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36499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Кітапты телефоннан оқимын ба?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74904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Жоқ. Қағаз кітап та, аудиокітап та жарайды. Қолданба тек уақытыңызды санайды.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78728" y="3200400"/>
            <a:ext cx="52271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53048" y="336499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Парольді ұмытып қалсам?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374904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Кіру бетінде «Парольді ұмыттым?» — поштаңызға сілтеме келеді.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52271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78231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Бір күн оқи алмасам?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16636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Ештеңе етпейді. Серия ғана нөлден басталады, ұпай сақталады.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78728" y="4617720"/>
            <a:ext cx="522716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8E5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3048" y="4782312"/>
            <a:ext cx="467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Бірнеше клубқа кіруге бола ма?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516636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Болады. Әр клубтың өз жоспары мен өз талқысы болады.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12344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28600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Бүгін 15 минуттан бастаңыз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2004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7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Ең қиыны — бірінші күн. Қалғаны әдетке айналады.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727448" y="4023360"/>
            <a:ext cx="2743200" cy="65836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27448" y="4023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oqyrman.kz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257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Oqyrman — қазақ тіліндегі кітап клубы қолданбасы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Oqyrman нұсқаулығы</dc:title>
  <dc:subject>PptxGenJS Presentation</dc:subject>
  <dc:creator>Oqyrman</dc:creator>
  <cp:lastModifiedBy>Oqyrman</cp:lastModifiedBy>
  <cp:revision>1</cp:revision>
  <dcterms:created xsi:type="dcterms:W3CDTF">2026-09-03T17:21:13Z</dcterms:created>
  <dcterms:modified xsi:type="dcterms:W3CDTF">2026-09-03T17:21:13Z</dcterms:modified>
</cp:coreProperties>
</file>